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0.95</c:v>
                </c:pt>
                <c:pt idx="1">
                  <c:v>0.953</c:v>
                </c:pt>
                <c:pt idx="2">
                  <c:v>0.882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0.917</c:v>
                </c:pt>
                <c:pt idx="1">
                  <c:v>0.916</c:v>
                </c:pt>
                <c:pt idx="2">
                  <c:v>0.827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EAF2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2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2A34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9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B99A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une extrudeuse de laboratoire, un procédé encore instable, et la question — peut-on prédire la dérive avant qu'elle ne coûte un essai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fondateur : le réseau de calcul géométrique n'est exécuté qu'une fois ; toutes les couches supérieures l'enveloppent. Zéro duplication de physique.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945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4023360" cy="4023360"/>
          </a:xfrm>
          <a:prstGeom prst="ellipse">
            <a:avLst/>
          </a:prstGeom>
          <a:solidFill>
            <a:srgbClr val="222D3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THÈSE PROFESSIONNELLE · MASTÈRE 2 DATA &amp; 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Jumeau numérique prédictif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l'extrusion bivis Rondol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procédé, agent IA explicable et Machine Learning appliqués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l'extrusion de composants de batteries tout-solide (voie sèche / semi-sèche)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Wilfried MBEUMI</a:t>
            </a:r>
            <a:pPr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Encadrement industriel : Maël Gallas (Rondol)   · 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: batteries tout-solide, procédé encore jeune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Rondol — extrudeuse bivis Ø 10,5 mm, R&amp;D lithium (LFP / LATP)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39696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928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industriel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L'extrusion sèche/semi-sèche évite les solvants toxiques (NMP) et réduit le coût énergétique des électrodes — mais le procédé est difficile à stabiliser.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712464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94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3465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de laboratoire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587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Extrudeuse bivis corotative Rondol : 81 positions de vis, 13 types d'éléments, 8 zones thermiques + filière — chaque essai est coûteux en matière active.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717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5285232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266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503834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manque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43153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d'outil reliant configuration de vis, physique du procédé et données capteurs pour anticiper les dérives et raisonner avant d'essayer.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problématique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155448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Comment construire un outil d'aide à la décision qui rende un procédé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d'extrusion bivis lisible, comparable et prédictible — sans boîte noire ? 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de vis à configurer,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espace combinatoire immense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température,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brute non exploitée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existant reliant géométrie,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et données machine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architecture en couches : envelopper, ne pas recalculer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est pure et testée ; la géométrie de vis est l'unique source de vérité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110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industrielle (Streamlit)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· Configuration vis · Paramètres IA · Analyse de run · Historique · Moteur procédé · Compte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3209544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0815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explicable + Modèle 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34564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 → alertes &amp; recommandations chiffrées · RandomForest → score de stabilité, probabilité de dérive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379976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99F6E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physique (engine/)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62686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Carreau-Yasuda + Arrhenius · couple local E4 · équation thermique manager · agrégats zone/machine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5550408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422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géométrique (screw_logic)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57972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7 : remplissage, débit volumique, temps de résidence — calculé une seule fois, réutilisé partout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métier : la vis, modélisée position par position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devient un objet calculable, comparable, historisable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0253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9572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18211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57530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36168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514807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554126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93445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764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711403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50722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790041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3" name="Shape 21"/>
          <p:cNvSpPr/>
          <p:nvPr/>
        </p:nvSpPr>
        <p:spPr>
          <a:xfrm>
            <a:off x="829360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999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318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637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5956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7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459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80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Convoyage            ·            Malaxage / cisaillement            ·            Restriction            ·            Pompage filière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2960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822960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d'éléments de vis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(bibliothèque machine réelle)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407408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37" name="Text 35"/>
          <p:cNvSpPr/>
          <p:nvPr/>
        </p:nvSpPr>
        <p:spPr>
          <a:xfrm>
            <a:off x="4407408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procédé par config 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remplissage, résidence, volumes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991856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91856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4800" dirty="0"/>
          </a:p>
        </p:txBody>
      </p:sp>
      <p:sp>
        <p:nvSpPr>
          <p:cNvPr id="40" name="Text 38"/>
          <p:cNvSpPr/>
          <p:nvPr/>
        </p:nvSpPr>
        <p:spPr>
          <a:xfrm>
            <a:off x="7991856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calcul du réseau,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réutilisé par toutes les couches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physique embarquée — nominale, honnête, traçable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équation est documentée ; ce qui n'est pas calibré est annoncé comme tel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locale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η(γ̇, T) — modèle Carreau-Yasuda couplé à une loi d'Arrhenius, presets rhéologiques par matière (LFP, LATP, liants)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local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η·γ̇²·V_rempli / (2πN) — calculé nœud par nœud le long de la vis, agrégé par zone puis machine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Thermique procédé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T_réel = T_consigne + (2πN·M)/(ṁ·Cp) + k·τ — équation imposée par l'encadrant industriel, auto-échauffement par cisaillement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Frontière assumée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filière et SME par nœud volontairement non codés (« À venir ») : pas de faux chiffres industriels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 IA explicable — pas une boîte noire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cite ses preuves ; chaque recommandation est chiffrée et actionnable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procédé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(capteurs + moteur)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272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118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hiérarchisées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0708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5554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972800" cy="2240280"/>
          </a:xfrm>
          <a:prstGeom prst="roundRect">
            <a:avLst>
              <a:gd name="adj" fmla="val 3265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23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d'explication produite 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Zone 4 : température mesurée 178 °C au-dessus du seuil configuré (170 °C).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probable : auto-échauffement lié au bloc de malaxage en position 34–41.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 : réduire la vitesse vis de 220 → 190 tr/min ou abaisser la consigne Z4 de 5 °C. »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: d'une campagne réelle à une base exploitable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Rondol du 07 au 13 avril 2026 — puis consolidation statistiquement calibrée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52 064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brutes · 12 capteurs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10 s · 6 jours d'essais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fragmentée : 10 à 16 % de couverture par capteur, codes d'erreur thermocouple, doublons DIE/CastFilm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937760" y="1783080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937760" y="3017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60 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features statistiques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57800" y="39776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reproductible : fusion, segmentation en runs, extraction mean/std/min/max/pente/IQR par zone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06840" y="178308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100 800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06840" y="30175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consolidées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variables procédé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81160" y="397764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continue calibrée sur le réel : phases, recettes, outliers rares, manquants réalistes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pipeline Machine Learning — rigueur avant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runs (GroupShuffleSplit) : aucune fuite temporelle entre train et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456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362456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glissantes,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stable / instable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608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721608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statistiques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fenêtre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66944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080760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58384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58384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RandomForest, XGBoost,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— comparés en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26096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39912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8439912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17536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7536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d'alerte optimisé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(coût des faux négatifs)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85248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99064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1079906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76688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76688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seeds, écart-type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méthodologique clé : le découpage train/test se fait par run d'essai, jamais par fenêtre — un modèle qui a « vu » un run ne peut pas être testé dessus.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RandomForest retenu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test : 340 fenêtres issues de 3 runs jamais vus à l'entraînement — SVM conservé comme challenger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737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201168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0.918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F1-macro (± 0,054) en validation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augmentée sur essais non vus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4023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422452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RandomForest 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4617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généralisation mesurée honnêtement, importance des variables lisible par le métier, tolérance aux capteurs manquants.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: une HMI industrielle, pas un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pages, accès protégé, bilingue FR/EN, persistance 3 couches (édition → validé → historique)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stabilité ML, probabilité de dérive, alertes et recommandations IA en direct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vis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566160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du profil 81 positions, KPIs procédé recalculés à chaque geste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IA &amp; feeders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82512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seuils, matières, calibration doseurs — rien n'impacte la supervision avant validation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98864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run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98864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temporelle d'une production : fenêtres, score, profil thermique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2519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9808" y="4672584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validée est figée avec ses KPIs — traçabilité R&amp;D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64992" y="4087368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2519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procédé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566160" y="4672584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transparente de la physique : chaque nombre affiché est justifiable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4087368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42519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&amp; accès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82512" y="4672584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requise (mot de passe haché PBKDF2) et historique des connexions lu en base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Piloter le projet comme un chef de projet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itérative courte, jalons tenus, risques suivis — troisième volet du triptyque DIA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courtes type agile : proposition → validation encadrant → développement → tests → démo. Chaque brique validée avant la suivante.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tenus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d'essais (avril) · bascule du modèle retenu · démonstration manager du 16 juin · gel des livrables avant soutenance.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pilotés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insuffisantes → génération simulée documentée · dérive de périmètre → zones protégées du code · incidents prod → figés en tests de non-régression.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&amp; veille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83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tests automatisés en CI · veille scientifique (extrusion, SSB, ML industriel) alimentant l'état de l'art et les choix technologiques.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prototype vérifié comme un produit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 au service de la crédibilité scientifique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au vert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de persistance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ne perd jamais rien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0,753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validation externe sur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simulée, sans réentraînement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Streamlit (AppTest), tests E2E du cycle enregistrer → recharger → superviser, invariants d'import du moteur, pipeline ML reproductible en CI.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externe : 3 479 fenêtres issues de 15 runs simulés passées dans le même pipeline que le réel — résultat volontairement non optimisé, erreurs majoritairement conservatrices.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procédé complexe peut devenir lisible,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et prédictible — sans boîte noire.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32461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opérationnel · agent IA explicable · modèle ML validé sur runs inédits (0.950) · outil démontrable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42976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nominale non calibrée industriellement · dataset d'une seule campagne · pression filière non modélisée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91840" y="53492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sur campagnes futures · équations E5–E7 · apprentissage en ligne sur la base consolidée · déploiement atelier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place à la démonstration.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2026-07-21T18:53:16Z</dcterms:created>
  <dcterms:modified xsi:type="dcterms:W3CDTF">2026-07-21T18:53:16Z</dcterms:modified>
</cp:coreProperties>
</file>